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7" r:id="rId4"/>
    <p:sldId id="259" r:id="rId5"/>
    <p:sldId id="266" r:id="rId6"/>
    <p:sldId id="260" r:id="rId7"/>
    <p:sldId id="261" r:id="rId8"/>
    <p:sldId id="262" r:id="rId9"/>
    <p:sldId id="268" r:id="rId10"/>
    <p:sldId id="263" r:id="rId11"/>
    <p:sldId id="269" r:id="rId12"/>
    <p:sldId id="264" r:id="rId13"/>
    <p:sldId id="270" r:id="rId14"/>
    <p:sldId id="265" r:id="rId15"/>
    <p:sldId id="282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EA6928E-F4C1-47DF-A95A-0F2A340E4BA2}">
          <p14:sldIdLst>
            <p14:sldId id="256"/>
            <p14:sldId id="257"/>
            <p14:sldId id="267"/>
            <p14:sldId id="259"/>
            <p14:sldId id="266"/>
            <p14:sldId id="260"/>
            <p14:sldId id="261"/>
            <p14:sldId id="262"/>
            <p14:sldId id="268"/>
            <p14:sldId id="263"/>
            <p14:sldId id="269"/>
            <p14:sldId id="264"/>
            <p14:sldId id="270"/>
            <p14:sldId id="265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5" y="5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62BBC-652A-4481-9F94-F0192BE9C4C0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06D57-8F4A-45AE-BCAB-80CB8CB91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227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F6B0-CC67-421D-8137-97DE56D27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978B2-594B-4D3B-9736-8E0F39AD6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0ABC1-7663-47F9-A8FF-42AE9FF3A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2DD68-A2CF-4363-B470-90767379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5713A-CA56-45C5-B5BE-52D74182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90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35D3C-37B6-4E0D-83AD-234B8202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3F8F2-68C7-489A-960E-99512EB49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E6CC8-2FC1-4793-9729-33B1C20E4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FDE65-F496-41C0-8FD1-E9880946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139DD-91EC-4353-856B-2A38FE476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348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15FC-F7C2-4220-BBFC-976D90666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9483F-2803-45BC-B3E4-DD8A9AF5A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9557D-6C39-47E5-AEB8-07B261EB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60BE6-9D43-4D56-8BD9-DEABD27BE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10815-8CED-4E16-A2A4-17B72A47B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30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176A-7CDA-440E-BCB5-7210BDB63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E6556-7954-4280-8F51-BC467B17F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EC643-3348-499B-ABB3-9F4DA172B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13A52-39F5-41D5-B2BE-371B63AF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73157-441C-4528-AF6F-DFB6BCE3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A36C4-B2C3-475A-A872-4517D8B7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96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A7EB-1F9C-4E39-AEEC-F60B23D8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AB458-4B0A-41BB-9CC7-B05314F2B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1322C-C202-47CD-B038-EBC9C740E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38378-9424-4C78-A6B3-0FEA80AF77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CB2DBF-BB83-4268-9914-9989A70D1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35D385-4E86-46D3-9894-EB405DFF6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248BA8-AB98-4459-90D1-5E3008974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E5977-DFF8-41BB-A420-60C1CCB9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67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141D-8638-40F0-9FEB-A8BE5B68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593C41-C6C1-47EA-B387-2F591474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82203-DBE4-4815-8F16-1BD914F30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4DA7E-55E7-4A84-8DF5-86CAB512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837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CEDF2-895F-404F-B927-A8FC2D6A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9DD9EA-4336-4147-8FE2-67FFA319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B2229-844F-4600-A912-485427A6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4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A87C-954B-4DCE-B891-F9C6036E3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59E53-997D-43BF-B638-38A1476D2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AE684-CB88-414D-857B-0609A7E62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33416-7211-4553-8223-E661B576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DEA86-EB9A-480E-A504-06CEC5B17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2CF42-20A0-46BA-82F1-525087BF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27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3FBB-B409-4BB9-B83A-A22206B9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CCBC4-BE65-48FE-8076-24998EC98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C8AB6-5984-4C12-8BC9-ACA3ECF9E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ED463-3898-439C-8AC7-C1F46D2CA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55337-D3E7-4C54-ACC8-9A1F31F1E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CE53E-467F-4287-B135-F8330849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85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5D5A-4DEA-418B-8EBE-D36EA72A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D446D-EC27-429B-A4FF-C630DB613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4310-1CDA-471C-80DA-6E0EA6AA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F978E-E900-47DC-9BDE-93FBEAFA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A0C8B-C97C-465E-A95B-FF53633FA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616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2A2E6E-FB54-4876-9CE5-2594F2CD8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93C2C-463A-4EF7-A8FD-7E5297A0D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93E0E-BA62-4D97-AFD5-2AE95687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473A2-F933-4FC8-9117-2B5144BF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694FD-DAD0-4C2E-AE7B-B77D337F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2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61F55-6A76-4D60-9860-0EBBC561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0645E-47C0-46B3-86B0-0DC42E1CE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5E28B-74FA-4E32-AE09-87A42A0A9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09504-9D43-428A-A2A4-2962E3FD3DD3}" type="datetimeFigureOut">
              <a:rPr lang="en-GB" smtClean="0"/>
              <a:t>05/07/2020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9C7B7-3161-471B-BD3B-6B7FC4654B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97F70-C15F-4FDE-872F-04BE8719E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A341-1D1B-4FCF-880A-382089A40A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640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sdiscord" TargetMode="External"/><Relationship Id="rId2" Type="http://schemas.openxmlformats.org/officeDocument/2006/relationships/hyperlink" Target="https://aka.ms/psslac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FDD49E-00B9-4BA9-80FD-991937C38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4D5ED5-AB07-472D-BC20-D0BAFC03F2BA}"/>
              </a:ext>
            </a:extLst>
          </p:cNvPr>
          <p:cNvSpPr txBox="1"/>
          <p:nvPr/>
        </p:nvSpPr>
        <p:spPr>
          <a:xfrm>
            <a:off x="5638800" y="274607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02A6A-F6F8-4CC1-BA19-A1F24FD0FEAD}"/>
              </a:ext>
            </a:extLst>
          </p:cNvPr>
          <p:cNvSpPr txBox="1"/>
          <p:nvPr/>
        </p:nvSpPr>
        <p:spPr>
          <a:xfrm>
            <a:off x="1" y="527361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chemeClr val="bg1">
                    <a:lumMod val="95000"/>
                  </a:schemeClr>
                </a:solidFill>
              </a:rPr>
              <a:t>PowerShell: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2D556-701F-4870-B136-772061BFBD00}"/>
              </a:ext>
            </a:extLst>
          </p:cNvPr>
          <p:cNvSpPr txBox="1"/>
          <p:nvPr/>
        </p:nvSpPr>
        <p:spPr>
          <a:xfrm>
            <a:off x="0" y="5986732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bg1">
                    <a:lumMod val="95000"/>
                  </a:schemeClr>
                </a:solidFill>
              </a:rPr>
              <a:t>The Gateway Language</a:t>
            </a:r>
          </a:p>
        </p:txBody>
      </p:sp>
    </p:spTree>
    <p:extLst>
      <p:ext uri="{BB962C8B-B14F-4D97-AF65-F5344CB8AC3E}">
        <p14:creationId xmlns:p14="http://schemas.microsoft.com/office/powerpoint/2010/main" val="411463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AA06-DC7A-4941-B289-632BA2F8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70400-7E93-41EB-9DFC-09AC98EBF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My Background</a:t>
            </a:r>
          </a:p>
          <a:p>
            <a:r>
              <a:rPr lang="en-GB" dirty="0"/>
              <a:t>Why PowerShell?</a:t>
            </a:r>
          </a:p>
          <a:p>
            <a:r>
              <a:rPr lang="en-GB" dirty="0"/>
              <a:t>Why change?</a:t>
            </a:r>
          </a:p>
          <a:p>
            <a:r>
              <a:rPr lang="en-GB" dirty="0"/>
              <a:t>How do you make that transition?</a:t>
            </a:r>
          </a:p>
          <a:p>
            <a:r>
              <a:rPr lang="en-GB" dirty="0"/>
              <a:t>What languages could you move to next?</a:t>
            </a:r>
          </a:p>
          <a:p>
            <a:r>
              <a:rPr lang="en-GB" dirty="0"/>
              <a:t>Which one should you choose?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89D5A-38BF-44BD-9F5D-05C5621753ED}"/>
              </a:ext>
            </a:extLst>
          </p:cNvPr>
          <p:cNvSpPr txBox="1"/>
          <p:nvPr/>
        </p:nvSpPr>
        <p:spPr>
          <a:xfrm>
            <a:off x="5115697" y="6488668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HalbaradKenafin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1201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7897-3660-4882-B78D-4BA0DCD09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C09DB-DC1A-44AA-8CFB-EE40F4099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SysAdmin</a:t>
            </a:r>
            <a:r>
              <a:rPr lang="en-GB" dirty="0"/>
              <a:t> for ~9 years</a:t>
            </a:r>
          </a:p>
          <a:p>
            <a:r>
              <a:rPr lang="en-GB" dirty="0"/>
              <a:t>Azure DevOps Consultant ~4 years</a:t>
            </a:r>
          </a:p>
          <a:p>
            <a:r>
              <a:rPr lang="en-GB" dirty="0"/>
              <a:t>SRE ~10 months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Studied Java at College/University</a:t>
            </a:r>
          </a:p>
          <a:p>
            <a:r>
              <a:rPr lang="en-GB" dirty="0"/>
              <a:t>Used PowerShell for 6+ years</a:t>
            </a:r>
          </a:p>
          <a:p>
            <a:r>
              <a:rPr lang="en-GB" dirty="0"/>
              <a:t>Dabbled in various other things in the last 1 – 2 years</a:t>
            </a:r>
          </a:p>
        </p:txBody>
      </p:sp>
    </p:spTree>
    <p:extLst>
      <p:ext uri="{BB962C8B-B14F-4D97-AF65-F5344CB8AC3E}">
        <p14:creationId xmlns:p14="http://schemas.microsoft.com/office/powerpoint/2010/main" val="375076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A57E-B9AB-48D7-B9EB-C019E31EE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PowerShell?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08BF4-FB0C-427F-8230-9C2CCA7F6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PowerShell has very verbose and readable commands</a:t>
            </a:r>
          </a:p>
          <a:p>
            <a:endParaRPr lang="en-GB" dirty="0"/>
          </a:p>
          <a:p>
            <a:r>
              <a:rPr lang="en-GB" dirty="0"/>
              <a:t>PowerShell is very good at automation</a:t>
            </a:r>
          </a:p>
          <a:p>
            <a:endParaRPr lang="en-GB" dirty="0"/>
          </a:p>
          <a:p>
            <a:r>
              <a:rPr lang="en-GB" dirty="0"/>
              <a:t>PowerShell is reasonably easy to learn</a:t>
            </a:r>
          </a:p>
          <a:p>
            <a:endParaRPr lang="en-GB" dirty="0"/>
          </a:p>
          <a:p>
            <a:r>
              <a:rPr lang="en-GB" dirty="0"/>
              <a:t>PowerShell is very flexible due to </a:t>
            </a:r>
            <a:r>
              <a:rPr lang="en-GB" dirty="0" err="1"/>
              <a:t>.net</a:t>
            </a:r>
            <a:endParaRPr lang="en-GB" dirty="0"/>
          </a:p>
          <a:p>
            <a:endParaRPr lang="en-GB" dirty="0"/>
          </a:p>
          <a:p>
            <a:r>
              <a:rPr lang="en-GB" dirty="0"/>
              <a:t>Everything is an object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4293B-B6EA-4997-ACCE-C497F0215713}"/>
              </a:ext>
            </a:extLst>
          </p:cNvPr>
          <p:cNvSpPr txBox="1"/>
          <p:nvPr/>
        </p:nvSpPr>
        <p:spPr>
          <a:xfrm>
            <a:off x="5115697" y="6488668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HalbaradKenafin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73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A769-F73C-482C-A614-A53445CF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change?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C9282-91A8-4C13-969B-9B0E7A0CB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PowerShell can’t (and shouldn’t) solve every problem.</a:t>
            </a:r>
          </a:p>
          <a:p>
            <a:endParaRPr lang="en-GB" dirty="0"/>
          </a:p>
          <a:p>
            <a:r>
              <a:rPr lang="en-GB" dirty="0"/>
              <a:t>More languages known = more flexible solutions (and better CV)</a:t>
            </a:r>
          </a:p>
          <a:p>
            <a:endParaRPr lang="en-GB" dirty="0"/>
          </a:p>
          <a:p>
            <a:r>
              <a:rPr lang="en-GB" dirty="0"/>
              <a:t>Team knowledge may be primarily in other languages</a:t>
            </a:r>
          </a:p>
          <a:p>
            <a:endParaRPr lang="en-GB" dirty="0"/>
          </a:p>
          <a:p>
            <a:r>
              <a:rPr lang="en-GB" dirty="0"/>
              <a:t>Supporting applications/services in other languages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99B2F-B46B-421E-9F05-AC12D2F9990E}"/>
              </a:ext>
            </a:extLst>
          </p:cNvPr>
          <p:cNvSpPr txBox="1"/>
          <p:nvPr/>
        </p:nvSpPr>
        <p:spPr>
          <a:xfrm>
            <a:off x="5115697" y="6488668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HalbaradKenafin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443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9224-4B6F-433A-B3E7-2BC7105AF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you make that transition?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D4529-A802-44A6-84DD-3A1A73082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Problem(s) to solve</a:t>
            </a:r>
          </a:p>
          <a:p>
            <a:endParaRPr lang="en-GB" dirty="0"/>
          </a:p>
          <a:p>
            <a:r>
              <a:rPr lang="en-GB" dirty="0" err="1"/>
              <a:t>Koans</a:t>
            </a:r>
            <a:r>
              <a:rPr lang="en-GB" dirty="0"/>
              <a:t> and similar exercises</a:t>
            </a:r>
          </a:p>
          <a:p>
            <a:endParaRPr lang="en-GB" dirty="0"/>
          </a:p>
          <a:p>
            <a:r>
              <a:rPr lang="en-GB" dirty="0"/>
              <a:t>Contribute to first party code</a:t>
            </a:r>
          </a:p>
          <a:p>
            <a:endParaRPr lang="en-GB" dirty="0"/>
          </a:p>
          <a:p>
            <a:r>
              <a:rPr lang="en-GB" dirty="0"/>
              <a:t>Contribute to third party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6C20C-E88E-4F33-8B8D-ED3502DD3B97}"/>
              </a:ext>
            </a:extLst>
          </p:cNvPr>
          <p:cNvSpPr txBox="1"/>
          <p:nvPr/>
        </p:nvSpPr>
        <p:spPr>
          <a:xfrm>
            <a:off x="5115697" y="6488668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HalbaradKenafin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484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B3A1-0E42-460D-A60F-070AD5B9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languages could you move to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E6231-C7AE-4F73-8706-3D1AC861B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.Net</a:t>
            </a:r>
            <a:r>
              <a:rPr lang="en-GB" dirty="0"/>
              <a:t> languages (C#, F#, VB.net)</a:t>
            </a:r>
          </a:p>
          <a:p>
            <a:endParaRPr lang="en-GB" dirty="0"/>
          </a:p>
          <a:p>
            <a:r>
              <a:rPr lang="en-GB" dirty="0"/>
              <a:t>“Frontend Web” languages (JavaScript, TypeScript)</a:t>
            </a:r>
          </a:p>
          <a:p>
            <a:endParaRPr lang="en-GB" dirty="0"/>
          </a:p>
          <a:p>
            <a:r>
              <a:rPr lang="en-GB" dirty="0"/>
              <a:t>Other scripting language (Python)</a:t>
            </a:r>
          </a:p>
          <a:p>
            <a:endParaRPr lang="en-GB" dirty="0"/>
          </a:p>
          <a:p>
            <a:r>
              <a:rPr lang="en-GB" dirty="0"/>
              <a:t>“Cool” languages (Go, Rust)</a:t>
            </a:r>
          </a:p>
          <a:p>
            <a:endParaRPr lang="en-GB" dirty="0"/>
          </a:p>
          <a:p>
            <a:r>
              <a:rPr lang="en-GB" dirty="0"/>
              <a:t>Classic languages (C++, Java)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712EC-2A5B-4559-A09A-26DC79821757}"/>
              </a:ext>
            </a:extLst>
          </p:cNvPr>
          <p:cNvSpPr txBox="1"/>
          <p:nvPr/>
        </p:nvSpPr>
        <p:spPr>
          <a:xfrm>
            <a:off x="5115697" y="6488668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HalbaradKenafin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845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523B3-CB92-4134-8111-EFCE5F39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C# - Pros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4C62-2FDA-45F9-9147-0F87F03CA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Lots of familiar types if you’ve used much </a:t>
            </a:r>
            <a:r>
              <a:rPr lang="en-GB" dirty="0" err="1"/>
              <a:t>.Net</a:t>
            </a:r>
            <a:r>
              <a:rPr lang="en-GB" dirty="0"/>
              <a:t> in PowerShell</a:t>
            </a:r>
          </a:p>
          <a:p>
            <a:endParaRPr lang="en-GB" dirty="0"/>
          </a:p>
          <a:p>
            <a:r>
              <a:rPr lang="en-GB" dirty="0"/>
              <a:t>Similar syntax/patterns</a:t>
            </a:r>
          </a:p>
          <a:p>
            <a:endParaRPr lang="en-GB" dirty="0"/>
          </a:p>
          <a:p>
            <a:r>
              <a:rPr lang="en-GB" dirty="0"/>
              <a:t>Lots of examples for converting PowerShell to C# and back</a:t>
            </a:r>
          </a:p>
          <a:p>
            <a:endParaRPr lang="en-GB" dirty="0"/>
          </a:p>
          <a:p>
            <a:r>
              <a:rPr lang="en-GB" dirty="0"/>
              <a:t>Write your own cmdlets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F17947-9F16-4DFF-BC30-81B7538C3F98}"/>
              </a:ext>
            </a:extLst>
          </p:cNvPr>
          <p:cNvSpPr txBox="1"/>
          <p:nvPr/>
        </p:nvSpPr>
        <p:spPr>
          <a:xfrm>
            <a:off x="5115697" y="6488668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HalbaradKenafin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085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87A9-C463-434F-AD46-ED8B1DBC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C# -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9768C-AB24-459C-9AB5-AC2A3FB6A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Semicolons everywhere and braces in the wrong place</a:t>
            </a:r>
          </a:p>
          <a:p>
            <a:endParaRPr lang="en-GB" dirty="0"/>
          </a:p>
          <a:p>
            <a:r>
              <a:rPr lang="en-GB" dirty="0"/>
              <a:t>It can appear daunting due to </a:t>
            </a:r>
            <a:r>
              <a:rPr lang="en-GB"/>
              <a:t>perceived complexity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495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E11D7-899E-44E7-8C20-8B1BB7CA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- Pros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56E7C-D94E-43B5-B734-E509D1191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Less version issues than PowerShell now (2.x is mostly gone)</a:t>
            </a:r>
          </a:p>
          <a:p>
            <a:endParaRPr lang="en-GB" dirty="0"/>
          </a:p>
          <a:p>
            <a:r>
              <a:rPr lang="en-GB" dirty="0"/>
              <a:t>Interactive shell</a:t>
            </a:r>
          </a:p>
          <a:p>
            <a:endParaRPr lang="en-GB" dirty="0"/>
          </a:p>
          <a:p>
            <a:r>
              <a:rPr lang="en-GB" dirty="0"/>
              <a:t>Comprehensive style guide</a:t>
            </a:r>
          </a:p>
          <a:p>
            <a:endParaRPr lang="en-GB" dirty="0"/>
          </a:p>
          <a:p>
            <a:r>
              <a:rPr lang="en-GB" dirty="0"/>
              <a:t>Most *nix distros ship with a version for easier cross platform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D06E1-C27B-4FE2-96DD-775933B4BC6D}"/>
              </a:ext>
            </a:extLst>
          </p:cNvPr>
          <p:cNvSpPr txBox="1"/>
          <p:nvPr/>
        </p:nvSpPr>
        <p:spPr>
          <a:xfrm>
            <a:off x="5115697" y="6488668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HalbaradKenafin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130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8551-FB4A-466D-B9DF-953E41F5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-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61122-3808-4416-82A7-8955CFD25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Strict on whitespace/indentation</a:t>
            </a:r>
          </a:p>
          <a:p>
            <a:endParaRPr lang="en-GB" dirty="0"/>
          </a:p>
          <a:p>
            <a:r>
              <a:rPr lang="en-GB" dirty="0"/>
              <a:t>Requires an additional application installed (on Windows)</a:t>
            </a:r>
          </a:p>
          <a:p>
            <a:endParaRPr lang="en-GB" dirty="0"/>
          </a:p>
          <a:p>
            <a:r>
              <a:rPr lang="en-GB" dirty="0"/>
              <a:t>2.x can still be a problem</a:t>
            </a:r>
          </a:p>
        </p:txBody>
      </p:sp>
    </p:spTree>
    <p:extLst>
      <p:ext uri="{BB962C8B-B14F-4D97-AF65-F5344CB8AC3E}">
        <p14:creationId xmlns:p14="http://schemas.microsoft.com/office/powerpoint/2010/main" val="65050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FFBC-F12D-45B1-8CBE-EEC7C757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JavaScript/TypeScript - Pros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8B1E0-843B-45A1-A5EB-973E76A8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Works on all platforms</a:t>
            </a:r>
          </a:p>
          <a:p>
            <a:endParaRPr lang="en-GB" dirty="0"/>
          </a:p>
          <a:p>
            <a:r>
              <a:rPr lang="en-GB" dirty="0"/>
              <a:t>Can build applications for desktop, frontend web, and backend</a:t>
            </a:r>
          </a:p>
          <a:p>
            <a:endParaRPr lang="en-GB" dirty="0"/>
          </a:p>
          <a:p>
            <a:r>
              <a:rPr lang="en-GB" dirty="0"/>
              <a:t>TypeScript adds a lot of useful features</a:t>
            </a:r>
          </a:p>
          <a:p>
            <a:endParaRPr lang="en-GB" dirty="0"/>
          </a:p>
          <a:p>
            <a:r>
              <a:rPr lang="en-GB" dirty="0"/>
              <a:t>A lot of things are written in JS/TS now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7C9F8-BD10-44F1-9831-8E551600C211}"/>
              </a:ext>
            </a:extLst>
          </p:cNvPr>
          <p:cNvSpPr txBox="1"/>
          <p:nvPr/>
        </p:nvSpPr>
        <p:spPr>
          <a:xfrm>
            <a:off x="5115697" y="6488668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HalbaradKenafin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850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BFB1-A832-468B-B2B5-DBAB2E2C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JavaScript/TypeScript -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5846-0433-4BF4-9E53-77960E836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Npm</a:t>
            </a:r>
            <a:r>
              <a:rPr lang="en-GB" dirty="0"/>
              <a:t>/</a:t>
            </a:r>
            <a:r>
              <a:rPr lang="en-GB" dirty="0" err="1"/>
              <a:t>node_modules</a:t>
            </a:r>
            <a:endParaRPr lang="en-GB" dirty="0"/>
          </a:p>
          <a:p>
            <a:endParaRPr lang="en-GB" dirty="0"/>
          </a:p>
          <a:p>
            <a:r>
              <a:rPr lang="en-GB" dirty="0"/>
              <a:t>Almost entirely foreign compared to PowerShell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485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96E08-F081-4C24-8F08-E96948AB3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do you choose?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803F2-2ADD-4880-877B-B6405B020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5250" y="2731548"/>
            <a:ext cx="4941498" cy="1394903"/>
          </a:xfrm>
        </p:spPr>
        <p:txBody>
          <a:bodyPr/>
          <a:lstStyle/>
          <a:p>
            <a:pPr marL="0" indent="0">
              <a:buNone/>
            </a:pPr>
            <a:r>
              <a:rPr lang="en-GB" altLang="ja-JP" sz="8000" dirty="0"/>
              <a:t>¯\_(</a:t>
            </a:r>
            <a:r>
              <a:rPr lang="ja-JP" altLang="en-GB" sz="8000" dirty="0"/>
              <a:t>ツ</a:t>
            </a:r>
            <a:r>
              <a:rPr lang="en-GB" altLang="ja-JP" sz="8000" dirty="0"/>
              <a:t>)_/¯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E51B3-8094-4BE6-A4AA-1B5DDF3A9984}"/>
              </a:ext>
            </a:extLst>
          </p:cNvPr>
          <p:cNvSpPr txBox="1"/>
          <p:nvPr/>
        </p:nvSpPr>
        <p:spPr>
          <a:xfrm>
            <a:off x="5115697" y="6488668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HalbaradKenafin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2291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A006C-0EE7-4F73-BB46-5DD418BEF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277" y="2855193"/>
            <a:ext cx="4619445" cy="1147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7200" dirty="0"/>
              <a:t>Questions?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E3295-68B3-4DDE-907A-84FDAD034BEF}"/>
              </a:ext>
            </a:extLst>
          </p:cNvPr>
          <p:cNvSpPr txBox="1"/>
          <p:nvPr/>
        </p:nvSpPr>
        <p:spPr>
          <a:xfrm>
            <a:off x="5115697" y="6488668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HalbaradKenafin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7570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41BE-ED2F-4C08-B7C5-6CDAA534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Contact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4E825-8761-4B9C-8E0B-989CBC6CF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Twitter: @</a:t>
            </a:r>
            <a:r>
              <a:rPr lang="en-GB" dirty="0" err="1"/>
              <a:t>HalbaradKenafin</a:t>
            </a:r>
            <a:endParaRPr lang="en-GB" dirty="0"/>
          </a:p>
          <a:p>
            <a:r>
              <a:rPr lang="en-GB" dirty="0"/>
              <a:t>Slack/Discord: @Halbarad</a:t>
            </a:r>
          </a:p>
          <a:p>
            <a:endParaRPr lang="en-GB" dirty="0"/>
          </a:p>
          <a:p>
            <a:r>
              <a:rPr lang="en-GB" dirty="0"/>
              <a:t>Join the PowerShell Slack/Discord/IRC:</a:t>
            </a:r>
          </a:p>
          <a:p>
            <a:pPr lvl="1"/>
            <a:r>
              <a:rPr lang="en-GB" dirty="0">
                <a:hlinkClick r:id="rId2"/>
              </a:rPr>
              <a:t>https://aka.ms/psslack</a:t>
            </a:r>
            <a:endParaRPr lang="en-GB" dirty="0"/>
          </a:p>
          <a:p>
            <a:pPr lvl="1"/>
            <a:r>
              <a:rPr lang="en-GB" dirty="0">
                <a:hlinkClick r:id="rId3"/>
              </a:rPr>
              <a:t>https://aka.ms/psdiscord</a:t>
            </a:r>
            <a:endParaRPr lang="en-GB" dirty="0"/>
          </a:p>
          <a:p>
            <a:pPr lvl="1"/>
            <a:r>
              <a:rPr lang="en-GB" dirty="0"/>
              <a:t>#</a:t>
            </a:r>
            <a:r>
              <a:rPr lang="en-GB" dirty="0" err="1"/>
              <a:t>powershell</a:t>
            </a:r>
            <a:r>
              <a:rPr lang="en-GB" dirty="0"/>
              <a:t> on </a:t>
            </a:r>
            <a:r>
              <a:rPr lang="en-GB" dirty="0" err="1"/>
              <a:t>freenode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B3532-E2FC-4A2C-AA20-5DD0F669DB6A}"/>
              </a:ext>
            </a:extLst>
          </p:cNvPr>
          <p:cNvSpPr txBox="1"/>
          <p:nvPr/>
        </p:nvSpPr>
        <p:spPr>
          <a:xfrm>
            <a:off x="5115697" y="6488668"/>
            <a:ext cx="196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@</a:t>
            </a:r>
            <a:r>
              <a:rPr lang="en-GB" dirty="0" err="1"/>
              <a:t>HalbaradKenafin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6301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21410</TotalTime>
  <Words>469</Words>
  <Application>Microsoft Office PowerPoint</Application>
  <PresentationFormat>Widescreen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Agenda</vt:lpstr>
      <vt:lpstr>My Background</vt:lpstr>
      <vt:lpstr>Why PowerShell?</vt:lpstr>
      <vt:lpstr>Why change?</vt:lpstr>
      <vt:lpstr>How do you make that transition?</vt:lpstr>
      <vt:lpstr>What languages could you move to next?</vt:lpstr>
      <vt:lpstr>C# - Pros</vt:lpstr>
      <vt:lpstr>C# - Cons</vt:lpstr>
      <vt:lpstr>Python - Pros</vt:lpstr>
      <vt:lpstr>Python - Cons</vt:lpstr>
      <vt:lpstr>JavaScript/TypeScript - Pros</vt:lpstr>
      <vt:lpstr>JavaScript/TypeScript - Cons</vt:lpstr>
      <vt:lpstr>Which do you choose?</vt:lpstr>
      <vt:lpstr>PowerPoint Presentation</vt:lpstr>
      <vt:lpstr>Contact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Gardner</dc:creator>
  <cp:lastModifiedBy>Chris Gardner</cp:lastModifiedBy>
  <cp:revision>44</cp:revision>
  <dcterms:created xsi:type="dcterms:W3CDTF">2020-01-19T18:05:14Z</dcterms:created>
  <dcterms:modified xsi:type="dcterms:W3CDTF">2020-07-05T14:26:23Z</dcterms:modified>
</cp:coreProperties>
</file>